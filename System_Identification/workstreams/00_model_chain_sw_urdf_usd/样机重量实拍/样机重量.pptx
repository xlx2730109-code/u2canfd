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619" autoAdjust="0"/>
  </p:normalViewPr>
  <p:slideViewPr>
    <p:cSldViewPr snapToGrid="0" showGuides="1">
      <p:cViewPr>
        <p:scale>
          <a:sx n="100" d="100"/>
          <a:sy n="100" d="100"/>
        </p:scale>
        <p:origin x="3115" y="5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3BE1F-A26E-67F1-97EF-0E1DB4D44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A0A014-38B5-1790-567E-1BA551B55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2F6F5-2921-0B5F-6708-68E2AC6B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14702D-C3F3-EFD1-B4C9-79F7D823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2818E-3E56-0390-897D-8D0390F0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00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E7655-8F62-1A1A-9DE7-B47A2C2E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8C1FF-5E0B-69F6-3B89-9954221A6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850DD-EE07-8EB2-4829-B8258636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1F0D68-717F-B761-4684-CC661B77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D6A15-9305-051E-BB9F-54D031D9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2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BF664-F25B-FF9B-C5D0-698982A3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988760-2CD8-95C6-8E75-2CC32F900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F6DC6-89FE-F5F9-EFB1-701F3263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91EB7-B2E2-1D0B-0427-2962A9A3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87291B-2D3B-2335-247D-44304E20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87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1B62F-D032-48C0-8A39-55A55A06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67C9E-5DA4-8F7B-74DD-75E3A1151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6CE8AF-42D4-F868-D8A9-7E770A72D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7EE2EC-0C9C-820B-1D11-F1708773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44A270-EE4F-4395-5CDD-D966DC46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93FBC1-2893-4F61-CD31-515659C4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4F94D-ACE7-B407-CE3B-AAAE5F33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DD4AFC-8FBC-F5E6-7DE6-D771E95C5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608442-B5F1-092A-1C59-110DEC83A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3B66CB-3D98-367E-1E55-67F08C4E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5CA5B8-EA12-1AB2-DB37-EEBD61270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47294B-9DC8-6FC4-7445-6F00C8F5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A7AAF7-BED2-1168-0BD9-B31B73CC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2F9680-ED91-545E-9EDB-615F7EB6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23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F08E7-4625-1AB2-CEE5-79F1660B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678A55-DDE2-6F0A-D679-97D8A1CB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A8DAA7-0F21-596A-037D-36C027434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F0DBF1-23A5-5F03-D75E-07C25AA1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8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CD40CA-2328-BED3-C4B2-A251A050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BB60ED-C0E2-F7B7-86AD-3431B859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FE6D4-4B54-FCAE-BE83-B36074D9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77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3A318-5FEF-447E-299B-9B980A3A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164BC-2B6F-F8BF-7E09-95A467187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DE75FD-9642-AD86-3789-DD45F055D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6E756A-DAAD-E646-A480-E12FAA0F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AD8CD3-DBD1-EB58-A8EA-23EE6F7D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32F49A-CD41-35A7-FC92-6878631A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61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B4699-F471-2EC8-252D-0CA9E0CF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838243-636B-DA62-9CC7-A7EA87C9E50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B28C79-01B9-BA18-6138-E75EB979B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D9263C-B6E9-CEE4-2D31-3AED0F50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34D814-B601-CAE9-D92B-39CBA1076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814D92-D491-20D4-885B-86498850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31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0CFE1-B762-23D8-0F97-5C19C1DE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18F14E-5781-267C-CB03-CE12A4866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245D4-ADF0-ECE8-0F9C-8DEE4B9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54670A-63F2-D601-59C1-0B4DED59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15FDB-BD04-ABFA-866B-354640F1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59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39D5A4-B2F0-8F66-7982-8F23D4EA0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F32183-8776-BA46-066E-181FBC3D6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ACB9A1-9EDE-D7D3-D1F8-E433AC89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0F8F70-409B-4151-BB3B-4E37A1F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B9450-F2BA-8782-5BE1-EA8DF7AA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23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EB21EF-0232-C1EE-07C2-3A394335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C44E3-F3DA-3FD0-AE32-6CB1C6F20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3CCDD-FAEC-FE8E-2637-7D3740697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6F7E0-6792-4EA4-BFC3-B42A7063F1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10BB14-E3DD-8A8B-1EC0-577B115B4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F14A1-60C7-9799-DDA2-AE3AC31B4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56DAB-F129-4028-B473-942130D193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2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F3757DC-6012-45FD-47EA-DF6CC5C7F507}"/>
              </a:ext>
            </a:extLst>
          </p:cNvPr>
          <p:cNvGrpSpPr/>
          <p:nvPr/>
        </p:nvGrpSpPr>
        <p:grpSpPr>
          <a:xfrm>
            <a:off x="2843664" y="0"/>
            <a:ext cx="5517857" cy="6858000"/>
            <a:chOff x="2843664" y="0"/>
            <a:chExt cx="5517857" cy="6858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3ABE7DD-23A8-D0C8-169F-069CBFCE2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264732" y="857250"/>
              <a:ext cx="6858000" cy="514350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82B4432-1345-C6B6-6E2A-362CA053FC0B}"/>
                </a:ext>
              </a:extLst>
            </p:cNvPr>
            <p:cNvSpPr txBox="1"/>
            <p:nvPr/>
          </p:nvSpPr>
          <p:spPr>
            <a:xfrm>
              <a:off x="2843664" y="673942"/>
              <a:ext cx="55178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14.5kg=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样机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(5300mA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电池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)+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机架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79AD325-11B4-7D5C-76B0-0F8CE2ECF5FA}"/>
                </a:ext>
              </a:extLst>
            </p:cNvPr>
            <p:cNvSpPr txBox="1"/>
            <p:nvPr/>
          </p:nvSpPr>
          <p:spPr>
            <a:xfrm>
              <a:off x="3491865" y="150722"/>
              <a:ext cx="4646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11.7kg=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样机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(5300mA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电池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)</a:t>
              </a:r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A04B568-A198-2ADA-F4C8-B34730F2B3F9}"/>
              </a:ext>
            </a:extLst>
          </p:cNvPr>
          <p:cNvGrpSpPr/>
          <p:nvPr/>
        </p:nvGrpSpPr>
        <p:grpSpPr>
          <a:xfrm>
            <a:off x="-3991476" y="0"/>
            <a:ext cx="5716630" cy="6858000"/>
            <a:chOff x="-3991476" y="0"/>
            <a:chExt cx="5716630" cy="685800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8313031-7E92-A02C-7988-D2CC35D92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32794" y="857250"/>
              <a:ext cx="6858000" cy="51435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E856E61-E125-D838-C33B-D8316767FFD6}"/>
                </a:ext>
              </a:extLst>
            </p:cNvPr>
            <p:cNvSpPr txBox="1"/>
            <p:nvPr/>
          </p:nvSpPr>
          <p:spPr>
            <a:xfrm>
              <a:off x="-3991476" y="523220"/>
              <a:ext cx="57166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14.35kg=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样机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(4300mA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电池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)+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机架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1FF6446-D27C-D624-A460-B9A2B37F8C74}"/>
                </a:ext>
              </a:extLst>
            </p:cNvPr>
            <p:cNvSpPr txBox="1"/>
            <p:nvPr/>
          </p:nvSpPr>
          <p:spPr>
            <a:xfrm>
              <a:off x="-3343275" y="0"/>
              <a:ext cx="46462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11.55kg=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样机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(5300mA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电池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)</a:t>
              </a:r>
              <a:endParaRPr lang="zh-CN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419D99A-C216-FAF5-55C7-ED02913C5A7A}"/>
              </a:ext>
            </a:extLst>
          </p:cNvPr>
          <p:cNvGrpSpPr/>
          <p:nvPr/>
        </p:nvGrpSpPr>
        <p:grpSpPr>
          <a:xfrm>
            <a:off x="10202683" y="0"/>
            <a:ext cx="5143500" cy="6858000"/>
            <a:chOff x="10202683" y="0"/>
            <a:chExt cx="5143500" cy="685800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C5C9D0F-8FC1-AD1E-B486-CA2EE6736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345433" y="857250"/>
              <a:ext cx="6858000" cy="5143500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3EC9F42-0D1B-D8A4-A675-82524F9DC99D}"/>
                </a:ext>
              </a:extLst>
            </p:cNvPr>
            <p:cNvSpPr txBox="1"/>
            <p:nvPr/>
          </p:nvSpPr>
          <p:spPr>
            <a:xfrm>
              <a:off x="11589715" y="102442"/>
              <a:ext cx="22177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2.8kg=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机架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554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</dc:creator>
  <cp:lastModifiedBy>xu</cp:lastModifiedBy>
  <cp:revision>1</cp:revision>
  <dcterms:created xsi:type="dcterms:W3CDTF">2026-10-10T12:37:51Z</dcterms:created>
  <dcterms:modified xsi:type="dcterms:W3CDTF">2026-10-10T12:38:10Z</dcterms:modified>
</cp:coreProperties>
</file>